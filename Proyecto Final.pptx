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306" r:id="rId4"/>
    <p:sldId id="298" r:id="rId5"/>
    <p:sldId id="307" r:id="rId6"/>
    <p:sldId id="308" r:id="rId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6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3C2117-ECE8-4A14-99EA-1AF3C123DAE6}" type="doc">
      <dgm:prSet loTypeId="urn:microsoft.com/office/officeart/2005/8/layout/vList2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E10C7825-CA3C-4D87-AB1A-4341B77FAB4F}">
      <dgm:prSet phldr="0" custT="1"/>
      <dgm:spPr/>
      <dgm:t>
        <a:bodyPr/>
        <a:lstStyle/>
        <a:p>
          <a:pPr algn="just"/>
          <a:r>
            <a:rPr lang="es-MX" sz="3400" dirty="0"/>
            <a:t>Presentar una breve introducción del proyecto, describiendo la situación actual. Incluir la problemática identificada y explicar cómo el proyecto de ciencia de datos busca resolverla. Esta sección se integra dentro del cuaderno de trabajo (</a:t>
          </a:r>
          <a:r>
            <a:rPr lang="es-MX" sz="3400" dirty="0" err="1"/>
            <a:t>Jupyter</a:t>
          </a:r>
          <a:r>
            <a:rPr lang="es-MX" sz="3400" dirty="0"/>
            <a:t> Notebook o </a:t>
          </a:r>
          <a:r>
            <a:rPr lang="es-MX" sz="3400" dirty="0" err="1"/>
            <a:t>Deepnote</a:t>
          </a:r>
          <a:r>
            <a:rPr lang="es-MX" sz="3400" dirty="0"/>
            <a:t>)</a:t>
          </a:r>
          <a:endParaRPr lang="en-US" sz="3400" dirty="0">
            <a:latin typeface="Verdana"/>
            <a:ea typeface="Verdana"/>
          </a:endParaRPr>
        </a:p>
      </dgm:t>
    </dgm:pt>
    <dgm:pt modelId="{FCAB2A47-69CF-48DA-98EF-6245BCE8E98A}" type="parTrans" cxnId="{27769450-531D-4BB2-B2BF-53394D643025}">
      <dgm:prSet/>
      <dgm:spPr/>
      <dgm:t>
        <a:bodyPr/>
        <a:lstStyle/>
        <a:p>
          <a:endParaRPr lang="es-MX"/>
        </a:p>
      </dgm:t>
    </dgm:pt>
    <dgm:pt modelId="{E4F053D5-5865-4213-9094-AD2939C5BE45}" type="sibTrans" cxnId="{27769450-531D-4BB2-B2BF-53394D643025}">
      <dgm:prSet/>
      <dgm:spPr/>
      <dgm:t>
        <a:bodyPr/>
        <a:lstStyle/>
        <a:p>
          <a:endParaRPr lang="es-MX"/>
        </a:p>
      </dgm:t>
    </dgm:pt>
    <dgm:pt modelId="{0AF8512B-EF04-4F01-9FBF-41808C4AE452}" type="pres">
      <dgm:prSet presAssocID="{E53C2117-ECE8-4A14-99EA-1AF3C123DAE6}" presName="linear" presStyleCnt="0">
        <dgm:presLayoutVars>
          <dgm:animLvl val="lvl"/>
          <dgm:resizeHandles val="exact"/>
        </dgm:presLayoutVars>
      </dgm:prSet>
      <dgm:spPr/>
    </dgm:pt>
    <dgm:pt modelId="{9529FB48-79E8-44D5-BA6C-A5A373C3A95E}" type="pres">
      <dgm:prSet presAssocID="{E10C7825-CA3C-4D87-AB1A-4341B77FAB4F}" presName="parentText" presStyleLbl="node1" presStyleIdx="0" presStyleCnt="1" custLinFactY="-10559" custLinFactNeighborX="-12" custLinFactNeighborY="-100000">
        <dgm:presLayoutVars>
          <dgm:chMax val="0"/>
          <dgm:bulletEnabled val="1"/>
        </dgm:presLayoutVars>
      </dgm:prSet>
      <dgm:spPr/>
    </dgm:pt>
  </dgm:ptLst>
  <dgm:cxnLst>
    <dgm:cxn modelId="{7E05552D-0E94-4B37-AF81-B01AB625D4A7}" type="presOf" srcId="{E10C7825-CA3C-4D87-AB1A-4341B77FAB4F}" destId="{9529FB48-79E8-44D5-BA6C-A5A373C3A95E}" srcOrd="0" destOrd="0" presId="urn:microsoft.com/office/officeart/2005/8/layout/vList2"/>
    <dgm:cxn modelId="{BC38FB47-2187-4ED2-AE75-9A1746266CC9}" type="presOf" srcId="{E53C2117-ECE8-4A14-99EA-1AF3C123DAE6}" destId="{0AF8512B-EF04-4F01-9FBF-41808C4AE452}" srcOrd="0" destOrd="0" presId="urn:microsoft.com/office/officeart/2005/8/layout/vList2"/>
    <dgm:cxn modelId="{27769450-531D-4BB2-B2BF-53394D643025}" srcId="{E53C2117-ECE8-4A14-99EA-1AF3C123DAE6}" destId="{E10C7825-CA3C-4D87-AB1A-4341B77FAB4F}" srcOrd="0" destOrd="0" parTransId="{FCAB2A47-69CF-48DA-98EF-6245BCE8E98A}" sibTransId="{E4F053D5-5865-4213-9094-AD2939C5BE45}"/>
    <dgm:cxn modelId="{DA99A040-D39F-4D12-BFEA-349B4D28D083}" type="presParOf" srcId="{0AF8512B-EF04-4F01-9FBF-41808C4AE452}" destId="{9529FB48-79E8-44D5-BA6C-A5A373C3A95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2DA617B-3749-4B1E-89E6-F2EDBAFD68F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3853325-F9AD-4089-A4E0-882E9A11EC74}">
      <dgm:prSet phldr="0"/>
      <dgm:spPr/>
      <dgm:t>
        <a:bodyPr/>
        <a:lstStyle/>
        <a:p>
          <a:pPr algn="l" rtl="0">
            <a:lnSpc>
              <a:spcPct val="100000"/>
            </a:lnSpc>
          </a:pPr>
          <a:r>
            <a:rPr lang="es-MX" dirty="0"/>
            <a:t>2.-Entendimiento de los datos</a:t>
          </a:r>
          <a:endParaRPr lang="en-US" dirty="0">
            <a:ea typeface="Verdana"/>
          </a:endParaRPr>
        </a:p>
      </dgm:t>
    </dgm:pt>
    <dgm:pt modelId="{4DF9D67A-93FD-42C9-8A2E-39551712B644}" type="parTrans" cxnId="{0AB13A4B-0B48-448B-8E54-3E56DC18C5C9}">
      <dgm:prSet/>
      <dgm:spPr/>
      <dgm:t>
        <a:bodyPr/>
        <a:lstStyle/>
        <a:p>
          <a:endParaRPr lang="es-MX"/>
        </a:p>
      </dgm:t>
    </dgm:pt>
    <dgm:pt modelId="{BB6AC345-1F05-49FA-AABE-D63221EC24A5}" type="sibTrans" cxnId="{0AB13A4B-0B48-448B-8E54-3E56DC18C5C9}">
      <dgm:prSet/>
      <dgm:spPr/>
      <dgm:t>
        <a:bodyPr/>
        <a:lstStyle/>
        <a:p>
          <a:endParaRPr lang="es-MX"/>
        </a:p>
      </dgm:t>
    </dgm:pt>
    <dgm:pt modelId="{7C35A545-BD59-4971-A8E2-97BE5E1F9CFD}">
      <dgm:prSet phldr="0"/>
      <dgm:spPr/>
      <dgm:t>
        <a:bodyPr/>
        <a:lstStyle/>
        <a:p>
          <a:pPr algn="l" rtl="0">
            <a:lnSpc>
              <a:spcPct val="100000"/>
            </a:lnSpc>
          </a:pPr>
          <a:r>
            <a:rPr lang="es-MX" dirty="0"/>
            <a:t>1.- Entendimiento del negocio</a:t>
          </a:r>
          <a:endParaRPr lang="en-US" dirty="0">
            <a:latin typeface="Calibri Light"/>
            <a:ea typeface="Verdana"/>
            <a:cs typeface="Calibri Light"/>
          </a:endParaRPr>
        </a:p>
      </dgm:t>
    </dgm:pt>
    <dgm:pt modelId="{7BEB6BB6-B6F0-4211-BE9C-994EC2757350}" type="parTrans" cxnId="{4D449DFA-8C11-4698-8D77-8D40BB714995}">
      <dgm:prSet/>
      <dgm:spPr/>
      <dgm:t>
        <a:bodyPr/>
        <a:lstStyle/>
        <a:p>
          <a:endParaRPr lang="es-MX"/>
        </a:p>
      </dgm:t>
    </dgm:pt>
    <dgm:pt modelId="{B1888101-2031-461F-93DC-2351F1BCAED7}" type="sibTrans" cxnId="{4D449DFA-8C11-4698-8D77-8D40BB714995}">
      <dgm:prSet/>
      <dgm:spPr/>
      <dgm:t>
        <a:bodyPr/>
        <a:lstStyle/>
        <a:p>
          <a:endParaRPr lang="es-MX"/>
        </a:p>
      </dgm:t>
    </dgm:pt>
    <dgm:pt modelId="{F594533C-6E36-43C5-802A-3975C7F02A0C}">
      <dgm:prSet phldr="0"/>
      <dgm:spPr/>
      <dgm:t>
        <a:bodyPr/>
        <a:lstStyle/>
        <a:p>
          <a:pPr algn="l" rtl="0">
            <a:lnSpc>
              <a:spcPct val="100000"/>
            </a:lnSpc>
          </a:pPr>
          <a:r>
            <a:rPr lang="es-MX" dirty="0"/>
            <a:t>3.- Preparación de los datos</a:t>
          </a:r>
          <a:endParaRPr lang="en-US" dirty="0">
            <a:latin typeface="Calibri Light" panose="020F0302020204030204"/>
            <a:ea typeface="Verdana"/>
          </a:endParaRPr>
        </a:p>
      </dgm:t>
    </dgm:pt>
    <dgm:pt modelId="{562F557A-013E-44C0-B7CA-648F5E113E4D}" type="parTrans" cxnId="{9D604307-CA34-4F8A-961E-7F95BB296C8F}">
      <dgm:prSet/>
      <dgm:spPr/>
      <dgm:t>
        <a:bodyPr/>
        <a:lstStyle/>
        <a:p>
          <a:endParaRPr lang="es-MX"/>
        </a:p>
      </dgm:t>
    </dgm:pt>
    <dgm:pt modelId="{5B8E3CEE-5CD8-4774-9EF8-4D1B49CD6506}" type="sibTrans" cxnId="{9D604307-CA34-4F8A-961E-7F95BB296C8F}">
      <dgm:prSet/>
      <dgm:spPr/>
      <dgm:t>
        <a:bodyPr/>
        <a:lstStyle/>
        <a:p>
          <a:endParaRPr lang="es-MX"/>
        </a:p>
      </dgm:t>
    </dgm:pt>
    <dgm:pt modelId="{3F0EC531-31A0-4C32-A0E9-5D91579796ED}" type="pres">
      <dgm:prSet presAssocID="{62DA617B-3749-4B1E-89E6-F2EDBAFD68F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DE68138-150E-4DE2-B510-949D15A0E91F}" type="pres">
      <dgm:prSet presAssocID="{7C35A545-BD59-4971-A8E2-97BE5E1F9CFD}" presName="hierRoot1" presStyleCnt="0"/>
      <dgm:spPr/>
    </dgm:pt>
    <dgm:pt modelId="{34B655F2-57F4-4B0C-89BA-24360DFF57C8}" type="pres">
      <dgm:prSet presAssocID="{7C35A545-BD59-4971-A8E2-97BE5E1F9CFD}" presName="composite" presStyleCnt="0"/>
      <dgm:spPr/>
    </dgm:pt>
    <dgm:pt modelId="{74C38E75-74E6-4777-8D74-4FF9EBED40D4}" type="pres">
      <dgm:prSet presAssocID="{7C35A545-BD59-4971-A8E2-97BE5E1F9CFD}" presName="background" presStyleLbl="node0" presStyleIdx="0" presStyleCnt="3"/>
      <dgm:spPr/>
    </dgm:pt>
    <dgm:pt modelId="{92FF2E19-DBB0-40E2-BDB2-660DE4D0D8B5}" type="pres">
      <dgm:prSet presAssocID="{7C35A545-BD59-4971-A8E2-97BE5E1F9CFD}" presName="text" presStyleLbl="fgAcc0" presStyleIdx="0" presStyleCnt="3">
        <dgm:presLayoutVars>
          <dgm:chPref val="3"/>
        </dgm:presLayoutVars>
      </dgm:prSet>
      <dgm:spPr/>
    </dgm:pt>
    <dgm:pt modelId="{36DF88FC-127D-4C2D-8FE6-3A75C07326B0}" type="pres">
      <dgm:prSet presAssocID="{7C35A545-BD59-4971-A8E2-97BE5E1F9CFD}" presName="hierChild2" presStyleCnt="0"/>
      <dgm:spPr/>
    </dgm:pt>
    <dgm:pt modelId="{12D69BBA-CC1C-40D3-95B8-1F352B5034CC}" type="pres">
      <dgm:prSet presAssocID="{D3853325-F9AD-4089-A4E0-882E9A11EC74}" presName="hierRoot1" presStyleCnt="0"/>
      <dgm:spPr/>
    </dgm:pt>
    <dgm:pt modelId="{E5E21C45-066D-4089-A03C-A2E6E173DD6C}" type="pres">
      <dgm:prSet presAssocID="{D3853325-F9AD-4089-A4E0-882E9A11EC74}" presName="composite" presStyleCnt="0"/>
      <dgm:spPr/>
    </dgm:pt>
    <dgm:pt modelId="{44756B81-4C73-4A0E-B8FE-52873B031B65}" type="pres">
      <dgm:prSet presAssocID="{D3853325-F9AD-4089-A4E0-882E9A11EC74}" presName="background" presStyleLbl="node0" presStyleIdx="1" presStyleCnt="3"/>
      <dgm:spPr/>
    </dgm:pt>
    <dgm:pt modelId="{36BCBF50-E99F-4F95-BFEB-0E943BA788DE}" type="pres">
      <dgm:prSet presAssocID="{D3853325-F9AD-4089-A4E0-882E9A11EC74}" presName="text" presStyleLbl="fgAcc0" presStyleIdx="1" presStyleCnt="3">
        <dgm:presLayoutVars>
          <dgm:chPref val="3"/>
        </dgm:presLayoutVars>
      </dgm:prSet>
      <dgm:spPr/>
    </dgm:pt>
    <dgm:pt modelId="{2D84E4B1-50DF-47BE-AE41-CE00C5EB0F55}" type="pres">
      <dgm:prSet presAssocID="{D3853325-F9AD-4089-A4E0-882E9A11EC74}" presName="hierChild2" presStyleCnt="0"/>
      <dgm:spPr/>
    </dgm:pt>
    <dgm:pt modelId="{1A5DC4C5-3740-4E35-B161-72F7D4FC66C6}" type="pres">
      <dgm:prSet presAssocID="{F594533C-6E36-43C5-802A-3975C7F02A0C}" presName="hierRoot1" presStyleCnt="0"/>
      <dgm:spPr/>
    </dgm:pt>
    <dgm:pt modelId="{E003F3D1-1088-48B2-A6F2-09BCCF6D0DE1}" type="pres">
      <dgm:prSet presAssocID="{F594533C-6E36-43C5-802A-3975C7F02A0C}" presName="composite" presStyleCnt="0"/>
      <dgm:spPr/>
    </dgm:pt>
    <dgm:pt modelId="{FA0833E9-DBEB-4592-83FD-58695D08178D}" type="pres">
      <dgm:prSet presAssocID="{F594533C-6E36-43C5-802A-3975C7F02A0C}" presName="background" presStyleLbl="node0" presStyleIdx="2" presStyleCnt="3"/>
      <dgm:spPr/>
    </dgm:pt>
    <dgm:pt modelId="{426DE18E-0F74-4EAE-903A-D348836AC177}" type="pres">
      <dgm:prSet presAssocID="{F594533C-6E36-43C5-802A-3975C7F02A0C}" presName="text" presStyleLbl="fgAcc0" presStyleIdx="2" presStyleCnt="3">
        <dgm:presLayoutVars>
          <dgm:chPref val="3"/>
        </dgm:presLayoutVars>
      </dgm:prSet>
      <dgm:spPr/>
    </dgm:pt>
    <dgm:pt modelId="{7C5DB33F-4012-492B-B035-CF30963A7FCD}" type="pres">
      <dgm:prSet presAssocID="{F594533C-6E36-43C5-802A-3975C7F02A0C}" presName="hierChild2" presStyleCnt="0"/>
      <dgm:spPr/>
    </dgm:pt>
  </dgm:ptLst>
  <dgm:cxnLst>
    <dgm:cxn modelId="{9D604307-CA34-4F8A-961E-7F95BB296C8F}" srcId="{62DA617B-3749-4B1E-89E6-F2EDBAFD68F7}" destId="{F594533C-6E36-43C5-802A-3975C7F02A0C}" srcOrd="2" destOrd="0" parTransId="{562F557A-013E-44C0-B7CA-648F5E113E4D}" sibTransId="{5B8E3CEE-5CD8-4774-9EF8-4D1B49CD6506}"/>
    <dgm:cxn modelId="{7164441F-3767-4D4F-94B1-D07F9F3DBD92}" type="presOf" srcId="{7C35A545-BD59-4971-A8E2-97BE5E1F9CFD}" destId="{92FF2E19-DBB0-40E2-BDB2-660DE4D0D8B5}" srcOrd="0" destOrd="0" presId="urn:microsoft.com/office/officeart/2005/8/layout/hierarchy1"/>
    <dgm:cxn modelId="{0AB13A4B-0B48-448B-8E54-3E56DC18C5C9}" srcId="{62DA617B-3749-4B1E-89E6-F2EDBAFD68F7}" destId="{D3853325-F9AD-4089-A4E0-882E9A11EC74}" srcOrd="1" destOrd="0" parTransId="{4DF9D67A-93FD-42C9-8A2E-39551712B644}" sibTransId="{BB6AC345-1F05-49FA-AABE-D63221EC24A5}"/>
    <dgm:cxn modelId="{12616E76-7965-45A2-A60A-4DBF619CA949}" type="presOf" srcId="{D3853325-F9AD-4089-A4E0-882E9A11EC74}" destId="{36BCBF50-E99F-4F95-BFEB-0E943BA788DE}" srcOrd="0" destOrd="0" presId="urn:microsoft.com/office/officeart/2005/8/layout/hierarchy1"/>
    <dgm:cxn modelId="{D288B980-26FC-4D8E-86B4-3814849ABAE1}" type="presOf" srcId="{62DA617B-3749-4B1E-89E6-F2EDBAFD68F7}" destId="{3F0EC531-31A0-4C32-A0E9-5D91579796ED}" srcOrd="0" destOrd="0" presId="urn:microsoft.com/office/officeart/2005/8/layout/hierarchy1"/>
    <dgm:cxn modelId="{B2A146CE-F310-4BD3-8B49-2FE2FB1A5970}" type="presOf" srcId="{F594533C-6E36-43C5-802A-3975C7F02A0C}" destId="{426DE18E-0F74-4EAE-903A-D348836AC177}" srcOrd="0" destOrd="0" presId="urn:microsoft.com/office/officeart/2005/8/layout/hierarchy1"/>
    <dgm:cxn modelId="{4D449DFA-8C11-4698-8D77-8D40BB714995}" srcId="{62DA617B-3749-4B1E-89E6-F2EDBAFD68F7}" destId="{7C35A545-BD59-4971-A8E2-97BE5E1F9CFD}" srcOrd="0" destOrd="0" parTransId="{7BEB6BB6-B6F0-4211-BE9C-994EC2757350}" sibTransId="{B1888101-2031-461F-93DC-2351F1BCAED7}"/>
    <dgm:cxn modelId="{3AB50997-EA24-42EE-89A5-9484403B5AC4}" type="presParOf" srcId="{3F0EC531-31A0-4C32-A0E9-5D91579796ED}" destId="{6DE68138-150E-4DE2-B510-949D15A0E91F}" srcOrd="0" destOrd="0" presId="urn:microsoft.com/office/officeart/2005/8/layout/hierarchy1"/>
    <dgm:cxn modelId="{816D5D1C-3A3F-4B58-98EA-461217C6E5CC}" type="presParOf" srcId="{6DE68138-150E-4DE2-B510-949D15A0E91F}" destId="{34B655F2-57F4-4B0C-89BA-24360DFF57C8}" srcOrd="0" destOrd="0" presId="urn:microsoft.com/office/officeart/2005/8/layout/hierarchy1"/>
    <dgm:cxn modelId="{8D56EE3E-8BC0-409A-A319-31293E37DCD6}" type="presParOf" srcId="{34B655F2-57F4-4B0C-89BA-24360DFF57C8}" destId="{74C38E75-74E6-4777-8D74-4FF9EBED40D4}" srcOrd="0" destOrd="0" presId="urn:microsoft.com/office/officeart/2005/8/layout/hierarchy1"/>
    <dgm:cxn modelId="{7742C1CC-B537-4604-9B94-28B6FF66F386}" type="presParOf" srcId="{34B655F2-57F4-4B0C-89BA-24360DFF57C8}" destId="{92FF2E19-DBB0-40E2-BDB2-660DE4D0D8B5}" srcOrd="1" destOrd="0" presId="urn:microsoft.com/office/officeart/2005/8/layout/hierarchy1"/>
    <dgm:cxn modelId="{0EAEB2EF-3F4B-4FF1-AD6A-D651D69A149F}" type="presParOf" srcId="{6DE68138-150E-4DE2-B510-949D15A0E91F}" destId="{36DF88FC-127D-4C2D-8FE6-3A75C07326B0}" srcOrd="1" destOrd="0" presId="urn:microsoft.com/office/officeart/2005/8/layout/hierarchy1"/>
    <dgm:cxn modelId="{C7144288-9E57-415B-840E-D999BBD7135E}" type="presParOf" srcId="{3F0EC531-31A0-4C32-A0E9-5D91579796ED}" destId="{12D69BBA-CC1C-40D3-95B8-1F352B5034CC}" srcOrd="1" destOrd="0" presId="urn:microsoft.com/office/officeart/2005/8/layout/hierarchy1"/>
    <dgm:cxn modelId="{78A45588-BAC2-48EB-8DAD-B04BC33E4645}" type="presParOf" srcId="{12D69BBA-CC1C-40D3-95B8-1F352B5034CC}" destId="{E5E21C45-066D-4089-A03C-A2E6E173DD6C}" srcOrd="0" destOrd="0" presId="urn:microsoft.com/office/officeart/2005/8/layout/hierarchy1"/>
    <dgm:cxn modelId="{D9F6D74A-7157-4B3A-91A7-06E0A33F6EBA}" type="presParOf" srcId="{E5E21C45-066D-4089-A03C-A2E6E173DD6C}" destId="{44756B81-4C73-4A0E-B8FE-52873B031B65}" srcOrd="0" destOrd="0" presId="urn:microsoft.com/office/officeart/2005/8/layout/hierarchy1"/>
    <dgm:cxn modelId="{4CA3EC53-9871-4FD3-8C51-B374C8703F2E}" type="presParOf" srcId="{E5E21C45-066D-4089-A03C-A2E6E173DD6C}" destId="{36BCBF50-E99F-4F95-BFEB-0E943BA788DE}" srcOrd="1" destOrd="0" presId="urn:microsoft.com/office/officeart/2005/8/layout/hierarchy1"/>
    <dgm:cxn modelId="{E8EB48DF-B363-44B4-94B0-FCC4B275DC09}" type="presParOf" srcId="{12D69BBA-CC1C-40D3-95B8-1F352B5034CC}" destId="{2D84E4B1-50DF-47BE-AE41-CE00C5EB0F55}" srcOrd="1" destOrd="0" presId="urn:microsoft.com/office/officeart/2005/8/layout/hierarchy1"/>
    <dgm:cxn modelId="{9197F9E8-F540-4187-8C08-16F806BA8AA8}" type="presParOf" srcId="{3F0EC531-31A0-4C32-A0E9-5D91579796ED}" destId="{1A5DC4C5-3740-4E35-B161-72F7D4FC66C6}" srcOrd="2" destOrd="0" presId="urn:microsoft.com/office/officeart/2005/8/layout/hierarchy1"/>
    <dgm:cxn modelId="{F30FAEC9-660E-40D2-B3C3-895A561C1304}" type="presParOf" srcId="{1A5DC4C5-3740-4E35-B161-72F7D4FC66C6}" destId="{E003F3D1-1088-48B2-A6F2-09BCCF6D0DE1}" srcOrd="0" destOrd="0" presId="urn:microsoft.com/office/officeart/2005/8/layout/hierarchy1"/>
    <dgm:cxn modelId="{B00A7684-1FF2-4800-AB3F-A91288AB9450}" type="presParOf" srcId="{E003F3D1-1088-48B2-A6F2-09BCCF6D0DE1}" destId="{FA0833E9-DBEB-4592-83FD-58695D08178D}" srcOrd="0" destOrd="0" presId="urn:microsoft.com/office/officeart/2005/8/layout/hierarchy1"/>
    <dgm:cxn modelId="{0F8F9F88-25E1-4B0A-B782-92F0245520FB}" type="presParOf" srcId="{E003F3D1-1088-48B2-A6F2-09BCCF6D0DE1}" destId="{426DE18E-0F74-4EAE-903A-D348836AC177}" srcOrd="1" destOrd="0" presId="urn:microsoft.com/office/officeart/2005/8/layout/hierarchy1"/>
    <dgm:cxn modelId="{34794F58-BB86-492F-8E73-885EEB9B829C}" type="presParOf" srcId="{1A5DC4C5-3740-4E35-B161-72F7D4FC66C6}" destId="{7C5DB33F-4012-492B-B035-CF30963A7FC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2DA617B-3749-4B1E-89E6-F2EDBAFD68F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3853325-F9AD-4089-A4E0-882E9A11EC74}">
      <dgm:prSet phldr="0" custT="1"/>
      <dgm:spPr/>
      <dgm:t>
        <a:bodyPr/>
        <a:lstStyle/>
        <a:p>
          <a:pPr algn="l" rtl="0">
            <a:lnSpc>
              <a:spcPct val="100000"/>
            </a:lnSpc>
          </a:pPr>
          <a:r>
            <a:rPr lang="es-MX" sz="3400" dirty="0"/>
            <a:t>5.- Evaluación</a:t>
          </a:r>
          <a:endParaRPr lang="en-US" sz="3400" dirty="0">
            <a:ea typeface="Verdana"/>
          </a:endParaRPr>
        </a:p>
      </dgm:t>
    </dgm:pt>
    <dgm:pt modelId="{4DF9D67A-93FD-42C9-8A2E-39551712B644}" type="parTrans" cxnId="{0AB13A4B-0B48-448B-8E54-3E56DC18C5C9}">
      <dgm:prSet/>
      <dgm:spPr/>
      <dgm:t>
        <a:bodyPr/>
        <a:lstStyle/>
        <a:p>
          <a:endParaRPr lang="es-MX"/>
        </a:p>
      </dgm:t>
    </dgm:pt>
    <dgm:pt modelId="{BB6AC345-1F05-49FA-AABE-D63221EC24A5}" type="sibTrans" cxnId="{0AB13A4B-0B48-448B-8E54-3E56DC18C5C9}">
      <dgm:prSet/>
      <dgm:spPr/>
      <dgm:t>
        <a:bodyPr/>
        <a:lstStyle/>
        <a:p>
          <a:endParaRPr lang="es-MX"/>
        </a:p>
      </dgm:t>
    </dgm:pt>
    <dgm:pt modelId="{7C35A545-BD59-4971-A8E2-97BE5E1F9CFD}">
      <dgm:prSet phldr="0" custT="1"/>
      <dgm:spPr/>
      <dgm:t>
        <a:bodyPr/>
        <a:lstStyle/>
        <a:p>
          <a:pPr algn="l"/>
          <a:r>
            <a:rPr lang="es-MX" sz="3400" dirty="0"/>
            <a:t>4.- Modelado</a:t>
          </a:r>
          <a:endParaRPr lang="en-US" sz="3400" dirty="0">
            <a:latin typeface="Calibri Light"/>
            <a:ea typeface="Verdana"/>
            <a:cs typeface="Calibri Light"/>
          </a:endParaRPr>
        </a:p>
      </dgm:t>
    </dgm:pt>
    <dgm:pt modelId="{7BEB6BB6-B6F0-4211-BE9C-994EC2757350}" type="parTrans" cxnId="{4D449DFA-8C11-4698-8D77-8D40BB714995}">
      <dgm:prSet/>
      <dgm:spPr/>
      <dgm:t>
        <a:bodyPr/>
        <a:lstStyle/>
        <a:p>
          <a:endParaRPr lang="es-MX"/>
        </a:p>
      </dgm:t>
    </dgm:pt>
    <dgm:pt modelId="{B1888101-2031-461F-93DC-2351F1BCAED7}" type="sibTrans" cxnId="{4D449DFA-8C11-4698-8D77-8D40BB714995}">
      <dgm:prSet/>
      <dgm:spPr/>
      <dgm:t>
        <a:bodyPr/>
        <a:lstStyle/>
        <a:p>
          <a:endParaRPr lang="es-MX"/>
        </a:p>
      </dgm:t>
    </dgm:pt>
    <dgm:pt modelId="{F594533C-6E36-43C5-802A-3975C7F02A0C}">
      <dgm:prSet phldr="0" custT="1"/>
      <dgm:spPr/>
      <dgm:t>
        <a:bodyPr/>
        <a:lstStyle/>
        <a:p>
          <a:pPr algn="l" rtl="0">
            <a:lnSpc>
              <a:spcPct val="100000"/>
            </a:lnSpc>
          </a:pPr>
          <a:r>
            <a:rPr lang="es-MX" sz="3400" dirty="0"/>
            <a:t>6.-Conclusiones</a:t>
          </a:r>
          <a:endParaRPr lang="en-US" sz="3400" dirty="0">
            <a:latin typeface="Calibri Light" panose="020F0302020204030204"/>
            <a:ea typeface="Verdana"/>
          </a:endParaRPr>
        </a:p>
      </dgm:t>
    </dgm:pt>
    <dgm:pt modelId="{562F557A-013E-44C0-B7CA-648F5E113E4D}" type="parTrans" cxnId="{9D604307-CA34-4F8A-961E-7F95BB296C8F}">
      <dgm:prSet/>
      <dgm:spPr/>
      <dgm:t>
        <a:bodyPr/>
        <a:lstStyle/>
        <a:p>
          <a:endParaRPr lang="es-MX"/>
        </a:p>
      </dgm:t>
    </dgm:pt>
    <dgm:pt modelId="{5B8E3CEE-5CD8-4774-9EF8-4D1B49CD6506}" type="sibTrans" cxnId="{9D604307-CA34-4F8A-961E-7F95BB296C8F}">
      <dgm:prSet/>
      <dgm:spPr/>
      <dgm:t>
        <a:bodyPr/>
        <a:lstStyle/>
        <a:p>
          <a:endParaRPr lang="es-MX"/>
        </a:p>
      </dgm:t>
    </dgm:pt>
    <dgm:pt modelId="{3F0EC531-31A0-4C32-A0E9-5D91579796ED}" type="pres">
      <dgm:prSet presAssocID="{62DA617B-3749-4B1E-89E6-F2EDBAFD68F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DE68138-150E-4DE2-B510-949D15A0E91F}" type="pres">
      <dgm:prSet presAssocID="{7C35A545-BD59-4971-A8E2-97BE5E1F9CFD}" presName="hierRoot1" presStyleCnt="0"/>
      <dgm:spPr/>
    </dgm:pt>
    <dgm:pt modelId="{34B655F2-57F4-4B0C-89BA-24360DFF57C8}" type="pres">
      <dgm:prSet presAssocID="{7C35A545-BD59-4971-A8E2-97BE5E1F9CFD}" presName="composite" presStyleCnt="0"/>
      <dgm:spPr/>
    </dgm:pt>
    <dgm:pt modelId="{74C38E75-74E6-4777-8D74-4FF9EBED40D4}" type="pres">
      <dgm:prSet presAssocID="{7C35A545-BD59-4971-A8E2-97BE5E1F9CFD}" presName="background" presStyleLbl="node0" presStyleIdx="0" presStyleCnt="3"/>
      <dgm:spPr/>
    </dgm:pt>
    <dgm:pt modelId="{92FF2E19-DBB0-40E2-BDB2-660DE4D0D8B5}" type="pres">
      <dgm:prSet presAssocID="{7C35A545-BD59-4971-A8E2-97BE5E1F9CFD}" presName="text" presStyleLbl="fgAcc0" presStyleIdx="0" presStyleCnt="3">
        <dgm:presLayoutVars>
          <dgm:chPref val="3"/>
        </dgm:presLayoutVars>
      </dgm:prSet>
      <dgm:spPr/>
    </dgm:pt>
    <dgm:pt modelId="{36DF88FC-127D-4C2D-8FE6-3A75C07326B0}" type="pres">
      <dgm:prSet presAssocID="{7C35A545-BD59-4971-A8E2-97BE5E1F9CFD}" presName="hierChild2" presStyleCnt="0"/>
      <dgm:spPr/>
    </dgm:pt>
    <dgm:pt modelId="{12D69BBA-CC1C-40D3-95B8-1F352B5034CC}" type="pres">
      <dgm:prSet presAssocID="{D3853325-F9AD-4089-A4E0-882E9A11EC74}" presName="hierRoot1" presStyleCnt="0"/>
      <dgm:spPr/>
    </dgm:pt>
    <dgm:pt modelId="{E5E21C45-066D-4089-A03C-A2E6E173DD6C}" type="pres">
      <dgm:prSet presAssocID="{D3853325-F9AD-4089-A4E0-882E9A11EC74}" presName="composite" presStyleCnt="0"/>
      <dgm:spPr/>
    </dgm:pt>
    <dgm:pt modelId="{44756B81-4C73-4A0E-B8FE-52873B031B65}" type="pres">
      <dgm:prSet presAssocID="{D3853325-F9AD-4089-A4E0-882E9A11EC74}" presName="background" presStyleLbl="node0" presStyleIdx="1" presStyleCnt="3"/>
      <dgm:spPr/>
    </dgm:pt>
    <dgm:pt modelId="{36BCBF50-E99F-4F95-BFEB-0E943BA788DE}" type="pres">
      <dgm:prSet presAssocID="{D3853325-F9AD-4089-A4E0-882E9A11EC74}" presName="text" presStyleLbl="fgAcc0" presStyleIdx="1" presStyleCnt="3" custScaleX="115708">
        <dgm:presLayoutVars>
          <dgm:chPref val="3"/>
        </dgm:presLayoutVars>
      </dgm:prSet>
      <dgm:spPr/>
    </dgm:pt>
    <dgm:pt modelId="{2D84E4B1-50DF-47BE-AE41-CE00C5EB0F55}" type="pres">
      <dgm:prSet presAssocID="{D3853325-F9AD-4089-A4E0-882E9A11EC74}" presName="hierChild2" presStyleCnt="0"/>
      <dgm:spPr/>
    </dgm:pt>
    <dgm:pt modelId="{1A5DC4C5-3740-4E35-B161-72F7D4FC66C6}" type="pres">
      <dgm:prSet presAssocID="{F594533C-6E36-43C5-802A-3975C7F02A0C}" presName="hierRoot1" presStyleCnt="0"/>
      <dgm:spPr/>
    </dgm:pt>
    <dgm:pt modelId="{E003F3D1-1088-48B2-A6F2-09BCCF6D0DE1}" type="pres">
      <dgm:prSet presAssocID="{F594533C-6E36-43C5-802A-3975C7F02A0C}" presName="composite" presStyleCnt="0"/>
      <dgm:spPr/>
    </dgm:pt>
    <dgm:pt modelId="{FA0833E9-DBEB-4592-83FD-58695D08178D}" type="pres">
      <dgm:prSet presAssocID="{F594533C-6E36-43C5-802A-3975C7F02A0C}" presName="background" presStyleLbl="node0" presStyleIdx="2" presStyleCnt="3"/>
      <dgm:spPr/>
    </dgm:pt>
    <dgm:pt modelId="{426DE18E-0F74-4EAE-903A-D348836AC177}" type="pres">
      <dgm:prSet presAssocID="{F594533C-6E36-43C5-802A-3975C7F02A0C}" presName="text" presStyleLbl="fgAcc0" presStyleIdx="2" presStyleCnt="3" custScaleX="108838">
        <dgm:presLayoutVars>
          <dgm:chPref val="3"/>
        </dgm:presLayoutVars>
      </dgm:prSet>
      <dgm:spPr/>
    </dgm:pt>
    <dgm:pt modelId="{7C5DB33F-4012-492B-B035-CF30963A7FCD}" type="pres">
      <dgm:prSet presAssocID="{F594533C-6E36-43C5-802A-3975C7F02A0C}" presName="hierChild2" presStyleCnt="0"/>
      <dgm:spPr/>
    </dgm:pt>
  </dgm:ptLst>
  <dgm:cxnLst>
    <dgm:cxn modelId="{9D604307-CA34-4F8A-961E-7F95BB296C8F}" srcId="{62DA617B-3749-4B1E-89E6-F2EDBAFD68F7}" destId="{F594533C-6E36-43C5-802A-3975C7F02A0C}" srcOrd="2" destOrd="0" parTransId="{562F557A-013E-44C0-B7CA-648F5E113E4D}" sibTransId="{5B8E3CEE-5CD8-4774-9EF8-4D1B49CD6506}"/>
    <dgm:cxn modelId="{7164441F-3767-4D4F-94B1-D07F9F3DBD92}" type="presOf" srcId="{7C35A545-BD59-4971-A8E2-97BE5E1F9CFD}" destId="{92FF2E19-DBB0-40E2-BDB2-660DE4D0D8B5}" srcOrd="0" destOrd="0" presId="urn:microsoft.com/office/officeart/2005/8/layout/hierarchy1"/>
    <dgm:cxn modelId="{0AB13A4B-0B48-448B-8E54-3E56DC18C5C9}" srcId="{62DA617B-3749-4B1E-89E6-F2EDBAFD68F7}" destId="{D3853325-F9AD-4089-A4E0-882E9A11EC74}" srcOrd="1" destOrd="0" parTransId="{4DF9D67A-93FD-42C9-8A2E-39551712B644}" sibTransId="{BB6AC345-1F05-49FA-AABE-D63221EC24A5}"/>
    <dgm:cxn modelId="{12616E76-7965-45A2-A60A-4DBF619CA949}" type="presOf" srcId="{D3853325-F9AD-4089-A4E0-882E9A11EC74}" destId="{36BCBF50-E99F-4F95-BFEB-0E943BA788DE}" srcOrd="0" destOrd="0" presId="urn:microsoft.com/office/officeart/2005/8/layout/hierarchy1"/>
    <dgm:cxn modelId="{D288B980-26FC-4D8E-86B4-3814849ABAE1}" type="presOf" srcId="{62DA617B-3749-4B1E-89E6-F2EDBAFD68F7}" destId="{3F0EC531-31A0-4C32-A0E9-5D91579796ED}" srcOrd="0" destOrd="0" presId="urn:microsoft.com/office/officeart/2005/8/layout/hierarchy1"/>
    <dgm:cxn modelId="{B2A146CE-F310-4BD3-8B49-2FE2FB1A5970}" type="presOf" srcId="{F594533C-6E36-43C5-802A-3975C7F02A0C}" destId="{426DE18E-0F74-4EAE-903A-D348836AC177}" srcOrd="0" destOrd="0" presId="urn:microsoft.com/office/officeart/2005/8/layout/hierarchy1"/>
    <dgm:cxn modelId="{4D449DFA-8C11-4698-8D77-8D40BB714995}" srcId="{62DA617B-3749-4B1E-89E6-F2EDBAFD68F7}" destId="{7C35A545-BD59-4971-A8E2-97BE5E1F9CFD}" srcOrd="0" destOrd="0" parTransId="{7BEB6BB6-B6F0-4211-BE9C-994EC2757350}" sibTransId="{B1888101-2031-461F-93DC-2351F1BCAED7}"/>
    <dgm:cxn modelId="{3AB50997-EA24-42EE-89A5-9484403B5AC4}" type="presParOf" srcId="{3F0EC531-31A0-4C32-A0E9-5D91579796ED}" destId="{6DE68138-150E-4DE2-B510-949D15A0E91F}" srcOrd="0" destOrd="0" presId="urn:microsoft.com/office/officeart/2005/8/layout/hierarchy1"/>
    <dgm:cxn modelId="{816D5D1C-3A3F-4B58-98EA-461217C6E5CC}" type="presParOf" srcId="{6DE68138-150E-4DE2-B510-949D15A0E91F}" destId="{34B655F2-57F4-4B0C-89BA-24360DFF57C8}" srcOrd="0" destOrd="0" presId="urn:microsoft.com/office/officeart/2005/8/layout/hierarchy1"/>
    <dgm:cxn modelId="{8D56EE3E-8BC0-409A-A319-31293E37DCD6}" type="presParOf" srcId="{34B655F2-57F4-4B0C-89BA-24360DFF57C8}" destId="{74C38E75-74E6-4777-8D74-4FF9EBED40D4}" srcOrd="0" destOrd="0" presId="urn:microsoft.com/office/officeart/2005/8/layout/hierarchy1"/>
    <dgm:cxn modelId="{7742C1CC-B537-4604-9B94-28B6FF66F386}" type="presParOf" srcId="{34B655F2-57F4-4B0C-89BA-24360DFF57C8}" destId="{92FF2E19-DBB0-40E2-BDB2-660DE4D0D8B5}" srcOrd="1" destOrd="0" presId="urn:microsoft.com/office/officeart/2005/8/layout/hierarchy1"/>
    <dgm:cxn modelId="{0EAEB2EF-3F4B-4FF1-AD6A-D651D69A149F}" type="presParOf" srcId="{6DE68138-150E-4DE2-B510-949D15A0E91F}" destId="{36DF88FC-127D-4C2D-8FE6-3A75C07326B0}" srcOrd="1" destOrd="0" presId="urn:microsoft.com/office/officeart/2005/8/layout/hierarchy1"/>
    <dgm:cxn modelId="{C7144288-9E57-415B-840E-D999BBD7135E}" type="presParOf" srcId="{3F0EC531-31A0-4C32-A0E9-5D91579796ED}" destId="{12D69BBA-CC1C-40D3-95B8-1F352B5034CC}" srcOrd="1" destOrd="0" presId="urn:microsoft.com/office/officeart/2005/8/layout/hierarchy1"/>
    <dgm:cxn modelId="{78A45588-BAC2-48EB-8DAD-B04BC33E4645}" type="presParOf" srcId="{12D69BBA-CC1C-40D3-95B8-1F352B5034CC}" destId="{E5E21C45-066D-4089-A03C-A2E6E173DD6C}" srcOrd="0" destOrd="0" presId="urn:microsoft.com/office/officeart/2005/8/layout/hierarchy1"/>
    <dgm:cxn modelId="{D9F6D74A-7157-4B3A-91A7-06E0A33F6EBA}" type="presParOf" srcId="{E5E21C45-066D-4089-A03C-A2E6E173DD6C}" destId="{44756B81-4C73-4A0E-B8FE-52873B031B65}" srcOrd="0" destOrd="0" presId="urn:microsoft.com/office/officeart/2005/8/layout/hierarchy1"/>
    <dgm:cxn modelId="{4CA3EC53-9871-4FD3-8C51-B374C8703F2E}" type="presParOf" srcId="{E5E21C45-066D-4089-A03C-A2E6E173DD6C}" destId="{36BCBF50-E99F-4F95-BFEB-0E943BA788DE}" srcOrd="1" destOrd="0" presId="urn:microsoft.com/office/officeart/2005/8/layout/hierarchy1"/>
    <dgm:cxn modelId="{E8EB48DF-B363-44B4-94B0-FCC4B275DC09}" type="presParOf" srcId="{12D69BBA-CC1C-40D3-95B8-1F352B5034CC}" destId="{2D84E4B1-50DF-47BE-AE41-CE00C5EB0F55}" srcOrd="1" destOrd="0" presId="urn:microsoft.com/office/officeart/2005/8/layout/hierarchy1"/>
    <dgm:cxn modelId="{9197F9E8-F540-4187-8C08-16F806BA8AA8}" type="presParOf" srcId="{3F0EC531-31A0-4C32-A0E9-5D91579796ED}" destId="{1A5DC4C5-3740-4E35-B161-72F7D4FC66C6}" srcOrd="2" destOrd="0" presId="urn:microsoft.com/office/officeart/2005/8/layout/hierarchy1"/>
    <dgm:cxn modelId="{F30FAEC9-660E-40D2-B3C3-895A561C1304}" type="presParOf" srcId="{1A5DC4C5-3740-4E35-B161-72F7D4FC66C6}" destId="{E003F3D1-1088-48B2-A6F2-09BCCF6D0DE1}" srcOrd="0" destOrd="0" presId="urn:microsoft.com/office/officeart/2005/8/layout/hierarchy1"/>
    <dgm:cxn modelId="{B00A7684-1FF2-4800-AB3F-A91288AB9450}" type="presParOf" srcId="{E003F3D1-1088-48B2-A6F2-09BCCF6D0DE1}" destId="{FA0833E9-DBEB-4592-83FD-58695D08178D}" srcOrd="0" destOrd="0" presId="urn:microsoft.com/office/officeart/2005/8/layout/hierarchy1"/>
    <dgm:cxn modelId="{0F8F9F88-25E1-4B0A-B782-92F0245520FB}" type="presParOf" srcId="{E003F3D1-1088-48B2-A6F2-09BCCF6D0DE1}" destId="{426DE18E-0F74-4EAE-903A-D348836AC177}" srcOrd="1" destOrd="0" presId="urn:microsoft.com/office/officeart/2005/8/layout/hierarchy1"/>
    <dgm:cxn modelId="{34794F58-BB86-492F-8E73-885EEB9B829C}" type="presParOf" srcId="{1A5DC4C5-3740-4E35-B161-72F7D4FC66C6}" destId="{7C5DB33F-4012-492B-B035-CF30963A7FC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53C2117-ECE8-4A14-99EA-1AF3C123DAE6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E10C7825-CA3C-4D87-AB1A-4341B77FAB4F}">
      <dgm:prSet phldr="0" custT="1"/>
      <dgm:spPr/>
      <dgm:t>
        <a:bodyPr/>
        <a:lstStyle/>
        <a:p>
          <a:r>
            <a:rPr lang="es-MX" sz="3400" dirty="0"/>
            <a:t>Cuaderno de trabajo en </a:t>
          </a:r>
          <a:r>
            <a:rPr lang="es-MX" sz="3400" dirty="0" err="1"/>
            <a:t>Jupyter</a:t>
          </a:r>
          <a:r>
            <a:rPr lang="es-MX" sz="3400" dirty="0"/>
            <a:t> Notebook o </a:t>
          </a:r>
          <a:r>
            <a:rPr lang="es-MX" sz="3400" dirty="0" err="1"/>
            <a:t>Deepnote</a:t>
          </a:r>
          <a:r>
            <a:rPr lang="es-MX" sz="3400" dirty="0"/>
            <a:t> (incluir nombre del participante en el archivo)</a:t>
          </a:r>
        </a:p>
      </dgm:t>
    </dgm:pt>
    <dgm:pt modelId="{FCAB2A47-69CF-48DA-98EF-6245BCE8E98A}" type="parTrans" cxnId="{27769450-531D-4BB2-B2BF-53394D643025}">
      <dgm:prSet/>
      <dgm:spPr/>
      <dgm:t>
        <a:bodyPr/>
        <a:lstStyle/>
        <a:p>
          <a:endParaRPr lang="es-MX"/>
        </a:p>
      </dgm:t>
    </dgm:pt>
    <dgm:pt modelId="{E4F053D5-5865-4213-9094-AD2939C5BE45}" type="sibTrans" cxnId="{27769450-531D-4BB2-B2BF-53394D643025}">
      <dgm:prSet/>
      <dgm:spPr/>
      <dgm:t>
        <a:bodyPr/>
        <a:lstStyle/>
        <a:p>
          <a:endParaRPr lang="es-MX"/>
        </a:p>
      </dgm:t>
    </dgm:pt>
    <dgm:pt modelId="{0AF8512B-EF04-4F01-9FBF-41808C4AE452}" type="pres">
      <dgm:prSet presAssocID="{E53C2117-ECE8-4A14-99EA-1AF3C123DAE6}" presName="linear" presStyleCnt="0">
        <dgm:presLayoutVars>
          <dgm:animLvl val="lvl"/>
          <dgm:resizeHandles val="exact"/>
        </dgm:presLayoutVars>
      </dgm:prSet>
      <dgm:spPr/>
    </dgm:pt>
    <dgm:pt modelId="{9529FB48-79E8-44D5-BA6C-A5A373C3A95E}" type="pres">
      <dgm:prSet presAssocID="{E10C7825-CA3C-4D87-AB1A-4341B77FAB4F}" presName="parentText" presStyleLbl="node1" presStyleIdx="0" presStyleCnt="1" custLinFactNeighborX="-12" custLinFactNeighborY="-60254">
        <dgm:presLayoutVars>
          <dgm:chMax val="0"/>
          <dgm:bulletEnabled val="1"/>
        </dgm:presLayoutVars>
      </dgm:prSet>
      <dgm:spPr/>
    </dgm:pt>
  </dgm:ptLst>
  <dgm:cxnLst>
    <dgm:cxn modelId="{7E05552D-0E94-4B37-AF81-B01AB625D4A7}" type="presOf" srcId="{E10C7825-CA3C-4D87-AB1A-4341B77FAB4F}" destId="{9529FB48-79E8-44D5-BA6C-A5A373C3A95E}" srcOrd="0" destOrd="0" presId="urn:microsoft.com/office/officeart/2005/8/layout/vList2"/>
    <dgm:cxn modelId="{BC38FB47-2187-4ED2-AE75-9A1746266CC9}" type="presOf" srcId="{E53C2117-ECE8-4A14-99EA-1AF3C123DAE6}" destId="{0AF8512B-EF04-4F01-9FBF-41808C4AE452}" srcOrd="0" destOrd="0" presId="urn:microsoft.com/office/officeart/2005/8/layout/vList2"/>
    <dgm:cxn modelId="{27769450-531D-4BB2-B2BF-53394D643025}" srcId="{E53C2117-ECE8-4A14-99EA-1AF3C123DAE6}" destId="{E10C7825-CA3C-4D87-AB1A-4341B77FAB4F}" srcOrd="0" destOrd="0" parTransId="{FCAB2A47-69CF-48DA-98EF-6245BCE8E98A}" sibTransId="{E4F053D5-5865-4213-9094-AD2939C5BE45}"/>
    <dgm:cxn modelId="{DA99A040-D39F-4D12-BFEA-349B4D28D083}" type="presParOf" srcId="{0AF8512B-EF04-4F01-9FBF-41808C4AE452}" destId="{9529FB48-79E8-44D5-BA6C-A5A373C3A95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29FB48-79E8-44D5-BA6C-A5A373C3A95E}">
      <dsp:nvSpPr>
        <dsp:cNvPr id="0" name=""/>
        <dsp:cNvSpPr/>
      </dsp:nvSpPr>
      <dsp:spPr>
        <a:xfrm>
          <a:off x="0" y="0"/>
          <a:ext cx="11741495" cy="2965949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just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400" kern="1200" dirty="0"/>
            <a:t>Presentar una breve introducción del proyecto, describiendo la situación actual. Incluir la problemática identificada y explicar cómo el proyecto de ciencia de datos busca resolverla. Esta sección se integra dentro del cuaderno de trabajo (</a:t>
          </a:r>
          <a:r>
            <a:rPr lang="es-MX" sz="3400" kern="1200" dirty="0" err="1"/>
            <a:t>Jupyter</a:t>
          </a:r>
          <a:r>
            <a:rPr lang="es-MX" sz="3400" kern="1200" dirty="0"/>
            <a:t> Notebook o </a:t>
          </a:r>
          <a:r>
            <a:rPr lang="es-MX" sz="3400" kern="1200" dirty="0" err="1"/>
            <a:t>Deepnote</a:t>
          </a:r>
          <a:r>
            <a:rPr lang="es-MX" sz="3400" kern="1200" dirty="0"/>
            <a:t>)</a:t>
          </a:r>
          <a:endParaRPr lang="en-US" sz="3400" kern="1200" dirty="0">
            <a:latin typeface="Verdana"/>
            <a:ea typeface="Verdana"/>
          </a:endParaRPr>
        </a:p>
      </dsp:txBody>
      <dsp:txXfrm>
        <a:off x="144786" y="144786"/>
        <a:ext cx="11451923" cy="26763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C38E75-74E6-4777-8D74-4FF9EBED40D4}">
      <dsp:nvSpPr>
        <dsp:cNvPr id="0" name=""/>
        <dsp:cNvSpPr/>
      </dsp:nvSpPr>
      <dsp:spPr>
        <a:xfrm>
          <a:off x="0" y="92184"/>
          <a:ext cx="3153223" cy="20022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FF2E19-DBB0-40E2-BDB2-660DE4D0D8B5}">
      <dsp:nvSpPr>
        <dsp:cNvPr id="0" name=""/>
        <dsp:cNvSpPr/>
      </dsp:nvSpPr>
      <dsp:spPr>
        <a:xfrm>
          <a:off x="350358" y="425024"/>
          <a:ext cx="3153223" cy="20022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400" kern="1200" dirty="0"/>
            <a:t>1.- Entendimiento del negocio</a:t>
          </a:r>
          <a:endParaRPr lang="en-US" sz="3400" kern="1200" dirty="0">
            <a:latin typeface="Calibri Light"/>
            <a:ea typeface="Verdana"/>
            <a:cs typeface="Calibri Light"/>
          </a:endParaRPr>
        </a:p>
      </dsp:txBody>
      <dsp:txXfrm>
        <a:off x="409003" y="483669"/>
        <a:ext cx="3035933" cy="1885007"/>
      </dsp:txXfrm>
    </dsp:sp>
    <dsp:sp modelId="{44756B81-4C73-4A0E-B8FE-52873B031B65}">
      <dsp:nvSpPr>
        <dsp:cNvPr id="0" name=""/>
        <dsp:cNvSpPr/>
      </dsp:nvSpPr>
      <dsp:spPr>
        <a:xfrm>
          <a:off x="3853940" y="92184"/>
          <a:ext cx="3153223" cy="20022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BCBF50-E99F-4F95-BFEB-0E943BA788DE}">
      <dsp:nvSpPr>
        <dsp:cNvPr id="0" name=""/>
        <dsp:cNvSpPr/>
      </dsp:nvSpPr>
      <dsp:spPr>
        <a:xfrm>
          <a:off x="4204298" y="425024"/>
          <a:ext cx="3153223" cy="20022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400" kern="1200" dirty="0"/>
            <a:t>2.-Entendimiento de los datos</a:t>
          </a:r>
          <a:endParaRPr lang="en-US" sz="3400" kern="1200" dirty="0">
            <a:ea typeface="Verdana"/>
          </a:endParaRPr>
        </a:p>
      </dsp:txBody>
      <dsp:txXfrm>
        <a:off x="4262943" y="483669"/>
        <a:ext cx="3035933" cy="1885007"/>
      </dsp:txXfrm>
    </dsp:sp>
    <dsp:sp modelId="{FA0833E9-DBEB-4592-83FD-58695D08178D}">
      <dsp:nvSpPr>
        <dsp:cNvPr id="0" name=""/>
        <dsp:cNvSpPr/>
      </dsp:nvSpPr>
      <dsp:spPr>
        <a:xfrm>
          <a:off x="7707880" y="92184"/>
          <a:ext cx="3153223" cy="20022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6DE18E-0F74-4EAE-903A-D348836AC177}">
      <dsp:nvSpPr>
        <dsp:cNvPr id="0" name=""/>
        <dsp:cNvSpPr/>
      </dsp:nvSpPr>
      <dsp:spPr>
        <a:xfrm>
          <a:off x="8058238" y="425024"/>
          <a:ext cx="3153223" cy="20022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400" kern="1200" dirty="0"/>
            <a:t>3.- Preparación de los datos</a:t>
          </a:r>
          <a:endParaRPr lang="en-US" sz="3400" kern="1200" dirty="0">
            <a:latin typeface="Calibri Light" panose="020F0302020204030204"/>
            <a:ea typeface="Verdana"/>
          </a:endParaRPr>
        </a:p>
      </dsp:txBody>
      <dsp:txXfrm>
        <a:off x="8116883" y="483669"/>
        <a:ext cx="3035933" cy="18850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C38E75-74E6-4777-8D74-4FF9EBED40D4}">
      <dsp:nvSpPr>
        <dsp:cNvPr id="0" name=""/>
        <dsp:cNvSpPr/>
      </dsp:nvSpPr>
      <dsp:spPr>
        <a:xfrm>
          <a:off x="6277" y="168806"/>
          <a:ext cx="2946293" cy="18708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FF2E19-DBB0-40E2-BDB2-660DE4D0D8B5}">
      <dsp:nvSpPr>
        <dsp:cNvPr id="0" name=""/>
        <dsp:cNvSpPr/>
      </dsp:nvSpPr>
      <dsp:spPr>
        <a:xfrm>
          <a:off x="333643" y="479803"/>
          <a:ext cx="2946293" cy="18708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400" kern="1200" dirty="0"/>
            <a:t>4.- Modelado</a:t>
          </a:r>
          <a:endParaRPr lang="en-US" sz="3400" kern="1200" dirty="0">
            <a:latin typeface="Calibri Light"/>
            <a:ea typeface="Verdana"/>
            <a:cs typeface="Calibri Light"/>
          </a:endParaRPr>
        </a:p>
      </dsp:txBody>
      <dsp:txXfrm>
        <a:off x="388440" y="534600"/>
        <a:ext cx="2836699" cy="1761302"/>
      </dsp:txXfrm>
    </dsp:sp>
    <dsp:sp modelId="{44756B81-4C73-4A0E-B8FE-52873B031B65}">
      <dsp:nvSpPr>
        <dsp:cNvPr id="0" name=""/>
        <dsp:cNvSpPr/>
      </dsp:nvSpPr>
      <dsp:spPr>
        <a:xfrm>
          <a:off x="3607302" y="168806"/>
          <a:ext cx="3409097" cy="18708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BCBF50-E99F-4F95-BFEB-0E943BA788DE}">
      <dsp:nvSpPr>
        <dsp:cNvPr id="0" name=""/>
        <dsp:cNvSpPr/>
      </dsp:nvSpPr>
      <dsp:spPr>
        <a:xfrm>
          <a:off x="3934668" y="479803"/>
          <a:ext cx="3409097" cy="18708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400" kern="1200" dirty="0"/>
            <a:t>5.- Evaluación</a:t>
          </a:r>
          <a:endParaRPr lang="en-US" sz="3400" kern="1200" dirty="0">
            <a:ea typeface="Verdana"/>
          </a:endParaRPr>
        </a:p>
      </dsp:txBody>
      <dsp:txXfrm>
        <a:off x="3989465" y="534600"/>
        <a:ext cx="3299503" cy="1761302"/>
      </dsp:txXfrm>
    </dsp:sp>
    <dsp:sp modelId="{FA0833E9-DBEB-4592-83FD-58695D08178D}">
      <dsp:nvSpPr>
        <dsp:cNvPr id="0" name=""/>
        <dsp:cNvSpPr/>
      </dsp:nvSpPr>
      <dsp:spPr>
        <a:xfrm>
          <a:off x="7671131" y="168806"/>
          <a:ext cx="3206686" cy="18708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6DE18E-0F74-4EAE-903A-D348836AC177}">
      <dsp:nvSpPr>
        <dsp:cNvPr id="0" name=""/>
        <dsp:cNvSpPr/>
      </dsp:nvSpPr>
      <dsp:spPr>
        <a:xfrm>
          <a:off x="7998497" y="479803"/>
          <a:ext cx="3206686" cy="18708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400" kern="1200" dirty="0"/>
            <a:t>6.-Conclusiones</a:t>
          </a:r>
          <a:endParaRPr lang="en-US" sz="3400" kern="1200" dirty="0">
            <a:latin typeface="Calibri Light" panose="020F0302020204030204"/>
            <a:ea typeface="Verdana"/>
          </a:endParaRPr>
        </a:p>
      </dsp:txBody>
      <dsp:txXfrm>
        <a:off x="8053294" y="534600"/>
        <a:ext cx="3097092" cy="17613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29FB48-79E8-44D5-BA6C-A5A373C3A95E}">
      <dsp:nvSpPr>
        <dsp:cNvPr id="0" name=""/>
        <dsp:cNvSpPr/>
      </dsp:nvSpPr>
      <dsp:spPr>
        <a:xfrm>
          <a:off x="0" y="306252"/>
          <a:ext cx="11741495" cy="13689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400" kern="1200" dirty="0"/>
            <a:t>Cuaderno de trabajo en </a:t>
          </a:r>
          <a:r>
            <a:rPr lang="es-MX" sz="3400" kern="1200" dirty="0" err="1"/>
            <a:t>Jupyter</a:t>
          </a:r>
          <a:r>
            <a:rPr lang="es-MX" sz="3400" kern="1200" dirty="0"/>
            <a:t> Notebook o </a:t>
          </a:r>
          <a:r>
            <a:rPr lang="es-MX" sz="3400" kern="1200" dirty="0" err="1"/>
            <a:t>Deepnote</a:t>
          </a:r>
          <a:r>
            <a:rPr lang="es-MX" sz="3400" kern="1200" dirty="0"/>
            <a:t> (incluir nombre del participante en el archivo)</a:t>
          </a:r>
        </a:p>
      </dsp:txBody>
      <dsp:txXfrm>
        <a:off x="66824" y="373076"/>
        <a:ext cx="11607847" cy="12352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321985-39AC-5890-1130-DBDAE2D61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B0A397-9620-DE78-5BA1-D2AE34589F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65C7B7-BFDA-B1C5-07F3-8DEFDDC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11/08/2025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3A851E-2707-4364-B1E6-F3EE06F26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0AE6F6-CC4A-21CF-CC5B-768144AF0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6627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DFDF16-1308-A1CA-94B5-35FAF3DD6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CACFB6-AE71-EDBB-07C5-E918565FB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2CA4B6-35CA-A085-E3B5-0FBD8FA9A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11/08/2025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30FA93-75DE-5E8C-130D-F1BF5DE3B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2DF1CA-150B-6D09-F6D4-277EFFF1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2100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A4CA5D-F7D6-086B-BAFE-BCCFF805B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D7F014-FE48-182E-E0E0-08D406977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085EDB-9E20-70E6-CD97-C0DA7E865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11/08/2025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442C93-2C29-C79D-2A15-1C40AFB2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FBD4F7-CA19-B0C4-80EE-1F68C6F05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3919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37506-0D94-96EC-7F5D-FBC5B625F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79A24E-1EB9-860C-6B87-6691271721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86ACD5-C465-6960-3EE3-A670D2D0D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841EC55-4662-99B6-A655-F2D47A7C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11/08/2025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16E08A-BF42-8901-C8E1-F85E9F1D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D1858B-DFD1-2BAB-728A-6D1C684AA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5836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5BCD18-FC89-5452-62A7-E23F48763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78372B-813E-90A6-775E-0231940DA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32BD234-0370-FA4A-A0BE-B25735BCA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F564004-90BD-8E9F-2925-3B9FCC3FE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84294CE-9308-99D1-B727-B945B7346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CCC42AE-E448-F3EA-36FF-5F2073FA0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11/08/2025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FFF859A-42A2-A408-DEE9-12E54275C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97462F0-4723-0F25-351B-7A939B534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89969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8FBE90-7CDD-ABBE-2272-F8F854BD3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2D57CE1-1023-50F8-C5BA-2959EDD9C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11/08/2025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3F622DF-3DE1-58BE-F001-0BD857E49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4BAB469-86A2-5069-BF28-D649E8EA4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0163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F2C02E5-C0A6-73DD-D118-3D37C840C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11/08/2025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1EE7C48-191E-C4CA-18C6-DE48FA86D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22AE5DE-92A0-68A9-7D80-186D5F10A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2345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E5A832-353E-5400-BEFA-5205996D4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39933B-9E17-AB83-B764-5DDD5850B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CD695C1-B383-689B-B003-BB5FEC000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0D44BC-6F76-3D94-A88D-03A8FC6B6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11/08/2025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0A3EBD7-D9BC-4776-4AD0-04215F620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ECFCFF-1BC0-CD1A-566C-76FDDF011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52854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281827-0FBF-D754-6D53-E173C941B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D2C950B-4B76-BA68-62B2-54419EEA2C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5F54EED-E358-2F78-FFE9-CFFBC5D8F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7D89EF-73E5-98B3-39C7-00C4E8810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11/08/2025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907C57-00BD-EA48-7986-32E5626BE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35643C-2C0B-0F9A-FBB4-7930910C6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60832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19421-1C7A-2DEB-3AF5-FA15A05C4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4E518A3-6D98-3029-DB7C-640B6F676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AE334E-A9FC-903A-7607-7A3D5E810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11/08/2025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DF8DC4-A993-9912-EE71-5B9E2A71F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B06082-9EBC-31EE-ADDB-5B762617D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0121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22D5E1C-F872-2BC1-E3D7-399FC95D78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9214D1D-3C38-8786-E31C-859671766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9649FC-5B95-5CB5-311F-8A2FDE522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11/08/2025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836519-72DB-E36D-F1BC-A26395CD9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554174-67A2-2C61-6426-C0B37D607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8955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A0A3234-E320-DB73-E99E-D1FEFB470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CF957B6-B1A4-2E75-3658-688D9B425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53B2C4-67A0-29BE-DB00-3E37D2B973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30218-1BAE-4E5C-9968-ABB9ABAE3D56}" type="datetimeFigureOut">
              <a:rPr lang="es-MX" smtClean="0"/>
              <a:t>11/08/2025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CAE5D9-D80A-5DB0-44D2-8A574D7AA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8D630D-3058-EA37-CD5B-E887AA741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85319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o 26">
            <a:extLst>
              <a:ext uri="{FF2B5EF4-FFF2-40B4-BE49-F238E27FC236}">
                <a16:creationId xmlns:a16="http://schemas.microsoft.com/office/drawing/2014/main" id="{C20BF15D-5771-2BED-3B2C-DBC4CE429406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08FBFA22-3686-F85B-FF4A-55108F028257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F166EAF8-8473-A2DE-3E51-0D1C4A547034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AC9FC5C-CE5C-642A-85CB-E19EE47BCF30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C9171D4E-0836-1104-FF99-1B3ECE3469AF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2140BA09-AD1F-17BA-6FAA-138828C7574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C4FF630F-039F-F1E3-7520-DACD5C5E5B63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F6A62088-0B15-AD59-7770-1C3E561F43D8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Título 1">
            <a:extLst>
              <a:ext uri="{FF2B5EF4-FFF2-40B4-BE49-F238E27FC236}">
                <a16:creationId xmlns:a16="http://schemas.microsoft.com/office/drawing/2014/main" id="{B59AB80B-EB5E-737D-B766-6B9BF6A0DAF6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Google Shape;1731;p42">
            <a:extLst>
              <a:ext uri="{FF2B5EF4-FFF2-40B4-BE49-F238E27FC236}">
                <a16:creationId xmlns:a16="http://schemas.microsoft.com/office/drawing/2014/main" id="{962D22B4-3129-1C9A-389C-7ED3B4327AA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1600" y="2316173"/>
            <a:ext cx="6647100" cy="1695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5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Ciencia de Datos</a:t>
            </a:r>
            <a:r>
              <a:rPr lang="e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br>
              <a:rPr lang="en" sz="5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" sz="5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Aplicada</a:t>
            </a:r>
            <a:endParaRPr sz="50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7" name="Google Shape;1734;p42">
            <a:extLst>
              <a:ext uri="{FF2B5EF4-FFF2-40B4-BE49-F238E27FC236}">
                <a16:creationId xmlns:a16="http://schemas.microsoft.com/office/drawing/2014/main" id="{51492C11-952D-D4A6-8E57-C9231DF47EB3}"/>
              </a:ext>
            </a:extLst>
          </p:cNvPr>
          <p:cNvCxnSpPr/>
          <p:nvPr/>
        </p:nvCxnSpPr>
        <p:spPr>
          <a:xfrm>
            <a:off x="716975" y="3937550"/>
            <a:ext cx="54165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" name="Imagen 13">
            <a:extLst>
              <a:ext uri="{FF2B5EF4-FFF2-40B4-BE49-F238E27FC236}">
                <a16:creationId xmlns:a16="http://schemas.microsoft.com/office/drawing/2014/main" id="{D25B7B24-BB06-40DE-A287-C98104119D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2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o 26">
            <a:extLst>
              <a:ext uri="{FF2B5EF4-FFF2-40B4-BE49-F238E27FC236}">
                <a16:creationId xmlns:a16="http://schemas.microsoft.com/office/drawing/2014/main" id="{C20BF15D-5771-2BED-3B2C-DBC4CE429406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08FBFA22-3686-F85B-FF4A-55108F028257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F166EAF8-8473-A2DE-3E51-0D1C4A547034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AC9FC5C-CE5C-642A-85CB-E19EE47BCF30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C9171D4E-0836-1104-FF99-1B3ECE3469AF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2140BA09-AD1F-17BA-6FAA-138828C7574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C4FF630F-039F-F1E3-7520-DACD5C5E5B63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F6A62088-0B15-AD59-7770-1C3E561F43D8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Título 1">
            <a:extLst>
              <a:ext uri="{FF2B5EF4-FFF2-40B4-BE49-F238E27FC236}">
                <a16:creationId xmlns:a16="http://schemas.microsoft.com/office/drawing/2014/main" id="{B59AB80B-EB5E-737D-B766-6B9BF6A0DAF6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Objetivos</a:t>
            </a:r>
            <a:r>
              <a:rPr lang="es-ES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Google Shape;1755;p44">
            <a:extLst>
              <a:ext uri="{FF2B5EF4-FFF2-40B4-BE49-F238E27FC236}">
                <a16:creationId xmlns:a16="http://schemas.microsoft.com/office/drawing/2014/main" id="{D32A4B9A-EB8C-03AD-9394-21B835BA12E4}"/>
              </a:ext>
            </a:extLst>
          </p:cNvPr>
          <p:cNvSpPr/>
          <p:nvPr/>
        </p:nvSpPr>
        <p:spPr>
          <a:xfrm>
            <a:off x="1832062" y="2685327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757;p44">
            <a:extLst>
              <a:ext uri="{FF2B5EF4-FFF2-40B4-BE49-F238E27FC236}">
                <a16:creationId xmlns:a16="http://schemas.microsoft.com/office/drawing/2014/main" id="{DE8BCE52-1862-E19A-25F7-A247EA10BB64}"/>
              </a:ext>
            </a:extLst>
          </p:cNvPr>
          <p:cNvSpPr/>
          <p:nvPr/>
        </p:nvSpPr>
        <p:spPr>
          <a:xfrm>
            <a:off x="1832062" y="1666636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59;p44">
            <a:extLst>
              <a:ext uri="{FF2B5EF4-FFF2-40B4-BE49-F238E27FC236}">
                <a16:creationId xmlns:a16="http://schemas.microsoft.com/office/drawing/2014/main" id="{D911A126-ACDE-7A0E-13C3-16BD23E4D01E}"/>
              </a:ext>
            </a:extLst>
          </p:cNvPr>
          <p:cNvSpPr txBox="1">
            <a:spLocks/>
          </p:cNvSpPr>
          <p:nvPr/>
        </p:nvSpPr>
        <p:spPr>
          <a:xfrm>
            <a:off x="1696140" y="1585525"/>
            <a:ext cx="821700" cy="554400"/>
          </a:xfrm>
          <a:prstGeom prst="rect">
            <a:avLst/>
          </a:prstGeom>
        </p:spPr>
        <p:txBody>
          <a:bodyPr spcFirstLastPara="1" vert="horz" wrap="square" lIns="91425" tIns="18287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" sz="2400"/>
              <a:t>01</a:t>
            </a:r>
          </a:p>
        </p:txBody>
      </p:sp>
      <p:sp>
        <p:nvSpPr>
          <p:cNvPr id="19" name="Google Shape;1760;p44">
            <a:extLst>
              <a:ext uri="{FF2B5EF4-FFF2-40B4-BE49-F238E27FC236}">
                <a16:creationId xmlns:a16="http://schemas.microsoft.com/office/drawing/2014/main" id="{5661E78A-69E0-E23A-A888-0316A81EFEA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523501" y="1712449"/>
            <a:ext cx="7305938" cy="558855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s-MX" b="1" dirty="0"/>
              <a:t>Objetivo:</a:t>
            </a:r>
            <a:r>
              <a:rPr lang="es-MX" dirty="0"/>
              <a:t> Aplicar la metodología CRISP-DM para desarrollar un modelo predictivo real.</a:t>
            </a:r>
            <a:endParaRPr lang="en" dirty="0">
              <a:cs typeface="Calibri"/>
            </a:endParaRPr>
          </a:p>
        </p:txBody>
      </p:sp>
      <p:sp>
        <p:nvSpPr>
          <p:cNvPr id="21" name="Google Shape;1762;p44">
            <a:extLst>
              <a:ext uri="{FF2B5EF4-FFF2-40B4-BE49-F238E27FC236}">
                <a16:creationId xmlns:a16="http://schemas.microsoft.com/office/drawing/2014/main" id="{0437C467-6731-2DAA-4316-72B1EE35CB66}"/>
              </a:ext>
            </a:extLst>
          </p:cNvPr>
          <p:cNvSpPr txBox="1">
            <a:spLocks/>
          </p:cNvSpPr>
          <p:nvPr/>
        </p:nvSpPr>
        <p:spPr>
          <a:xfrm>
            <a:off x="1698970" y="2600650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sz="2400"/>
              <a:t>02</a:t>
            </a:r>
          </a:p>
        </p:txBody>
      </p:sp>
      <p:sp>
        <p:nvSpPr>
          <p:cNvPr id="28" name="Google Shape;1766;p44">
            <a:extLst>
              <a:ext uri="{FF2B5EF4-FFF2-40B4-BE49-F238E27FC236}">
                <a16:creationId xmlns:a16="http://schemas.microsoft.com/office/drawing/2014/main" id="{72FD28A5-61B4-1EE5-5089-6F21CDD71AEA}"/>
              </a:ext>
            </a:extLst>
          </p:cNvPr>
          <p:cNvSpPr txBox="1">
            <a:spLocks/>
          </p:cNvSpPr>
          <p:nvPr/>
        </p:nvSpPr>
        <p:spPr>
          <a:xfrm>
            <a:off x="2578800" y="2719541"/>
            <a:ext cx="6077520" cy="271359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s-ES" sz="2400" b="1" dirty="0"/>
              <a:t>C</a:t>
            </a:r>
            <a:r>
              <a:rPr lang="es-MX" sz="2400" b="1" dirty="0" err="1"/>
              <a:t>ontenido</a:t>
            </a:r>
            <a:r>
              <a:rPr lang="es-MX" sz="2400" b="1" dirty="0"/>
              <a:t>: 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s-MX" sz="2400" dirty="0"/>
              <a:t>1. Revisión del problema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s-MX" sz="2400" dirty="0"/>
              <a:t>2. Exploración de datos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s-MX" sz="2400" dirty="0"/>
              <a:t>3. Modelado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s-MX" sz="2400" dirty="0"/>
              <a:t>4. Evaluación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s-MX" sz="2400" dirty="0"/>
              <a:t>5. Presentación de resultados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B293BEAB-BF1D-4A04-A675-06B850FC7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01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Proyecto Final</a:t>
            </a:r>
            <a:endParaRPr lang="es-ES" dirty="0">
              <a:solidFill>
                <a:schemeClr val="bg1">
                  <a:lumMod val="50000"/>
                </a:schemeClr>
              </a:solidFill>
              <a:cs typeface="Calibri Light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216" name="CuadroTexto 3">
            <a:extLst>
              <a:ext uri="{FF2B5EF4-FFF2-40B4-BE49-F238E27FC236}">
                <a16:creationId xmlns:a16="http://schemas.microsoft.com/office/drawing/2014/main" id="{81642BDA-035B-7743-4953-3CB059F0EF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5646828"/>
              </p:ext>
            </p:extLst>
          </p:nvPr>
        </p:nvGraphicFramePr>
        <p:xfrm>
          <a:off x="226623" y="1761646"/>
          <a:ext cx="11741495" cy="3631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Imagen 12">
            <a:extLst>
              <a:ext uri="{FF2B5EF4-FFF2-40B4-BE49-F238E27FC236}">
                <a16:creationId xmlns:a16="http://schemas.microsoft.com/office/drawing/2014/main" id="{EE840025-BCF3-47CF-A159-0C686D996B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70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Proyecto Final</a:t>
            </a:r>
            <a:endParaRPr lang="es-MX" dirty="0" err="1">
              <a:solidFill>
                <a:schemeClr val="bg1">
                  <a:lumMod val="50000"/>
                </a:schemeClr>
              </a:solidFill>
              <a:latin typeface="Calibri Light"/>
              <a:cs typeface="Calibri Light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46" name="CuadroTexto 3">
            <a:extLst>
              <a:ext uri="{FF2B5EF4-FFF2-40B4-BE49-F238E27FC236}">
                <a16:creationId xmlns:a16="http://schemas.microsoft.com/office/drawing/2014/main" id="{9F109071-DF61-F3FC-FDCB-0805452C35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0471301"/>
              </p:ext>
            </p:extLst>
          </p:nvPr>
        </p:nvGraphicFramePr>
        <p:xfrm>
          <a:off x="310551" y="2165230"/>
          <a:ext cx="11211462" cy="25195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5" name="CuadroTexto 104">
            <a:extLst>
              <a:ext uri="{FF2B5EF4-FFF2-40B4-BE49-F238E27FC236}">
                <a16:creationId xmlns:a16="http://schemas.microsoft.com/office/drawing/2014/main" id="{E322F59D-A32E-36C9-E46C-234F03B6C73D}"/>
              </a:ext>
            </a:extLst>
          </p:cNvPr>
          <p:cNvSpPr txBox="1"/>
          <p:nvPr/>
        </p:nvSpPr>
        <p:spPr>
          <a:xfrm>
            <a:off x="310550" y="1331343"/>
            <a:ext cx="758038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Fases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de la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Metodología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CRISP-DM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cs typeface="Calibri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DD5B0706-BACE-4C08-B569-3F81C1460C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615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Proyecto Final</a:t>
            </a:r>
            <a:endParaRPr lang="es-MX" dirty="0" err="1">
              <a:solidFill>
                <a:schemeClr val="bg1">
                  <a:lumMod val="50000"/>
                </a:schemeClr>
              </a:solidFill>
              <a:latin typeface="Calibri Light"/>
              <a:cs typeface="Calibri Light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46" name="CuadroTexto 3">
            <a:extLst>
              <a:ext uri="{FF2B5EF4-FFF2-40B4-BE49-F238E27FC236}">
                <a16:creationId xmlns:a16="http://schemas.microsoft.com/office/drawing/2014/main" id="{9F109071-DF61-F3FC-FDCB-0805452C35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2234348"/>
              </p:ext>
            </p:extLst>
          </p:nvPr>
        </p:nvGraphicFramePr>
        <p:xfrm>
          <a:off x="310551" y="2165230"/>
          <a:ext cx="11211462" cy="25195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5" name="CuadroTexto 104">
            <a:extLst>
              <a:ext uri="{FF2B5EF4-FFF2-40B4-BE49-F238E27FC236}">
                <a16:creationId xmlns:a16="http://schemas.microsoft.com/office/drawing/2014/main" id="{E322F59D-A32E-36C9-E46C-234F03B6C73D}"/>
              </a:ext>
            </a:extLst>
          </p:cNvPr>
          <p:cNvSpPr txBox="1"/>
          <p:nvPr/>
        </p:nvSpPr>
        <p:spPr>
          <a:xfrm>
            <a:off x="310550" y="1331343"/>
            <a:ext cx="651019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Fases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de la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Metodología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CRISP-DM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cs typeface="Calibri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DABD931-0F38-4C05-AD15-D6BA3CCC28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800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Proyecto Final</a:t>
            </a:r>
            <a:endParaRPr lang="es-ES" dirty="0">
              <a:solidFill>
                <a:schemeClr val="bg1">
                  <a:lumMod val="50000"/>
                </a:schemeClr>
              </a:solidFill>
              <a:cs typeface="Calibri Light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216" name="CuadroTexto 3">
            <a:extLst>
              <a:ext uri="{FF2B5EF4-FFF2-40B4-BE49-F238E27FC236}">
                <a16:creationId xmlns:a16="http://schemas.microsoft.com/office/drawing/2014/main" id="{81642BDA-035B-7743-4953-3CB059F0EF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8862692"/>
              </p:ext>
            </p:extLst>
          </p:nvPr>
        </p:nvGraphicFramePr>
        <p:xfrm>
          <a:off x="226623" y="1761646"/>
          <a:ext cx="11741495" cy="3631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C9784D7A-41A3-64A6-DC25-C07D3CB0706D}"/>
              </a:ext>
            </a:extLst>
          </p:cNvPr>
          <p:cNvSpPr txBox="1"/>
          <p:nvPr/>
        </p:nvSpPr>
        <p:spPr>
          <a:xfrm>
            <a:off x="234193" y="684428"/>
            <a:ext cx="6098344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MX" sz="3200" dirty="0"/>
          </a:p>
          <a:p>
            <a:r>
              <a:rPr lang="es-MX" sz="3600" b="1" dirty="0">
                <a:solidFill>
                  <a:schemeClr val="accent1">
                    <a:lumMod val="75000"/>
                  </a:schemeClr>
                </a:solidFill>
              </a:rPr>
              <a:t>Entregable: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BA493355-7DFD-40A5-9A28-932800B72A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22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</TotalTime>
  <Words>182</Words>
  <Application>Microsoft Office PowerPoint</Application>
  <PresentationFormat>Panorámica</PresentationFormat>
  <Paragraphs>34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Verdana</vt:lpstr>
      <vt:lpstr>Tema de Office</vt:lpstr>
      <vt:lpstr>Ciencia de Datos  Aplicada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llopez@hopewellsystem.com</dc:creator>
  <cp:lastModifiedBy>Praxis</cp:lastModifiedBy>
  <cp:revision>493</cp:revision>
  <dcterms:created xsi:type="dcterms:W3CDTF">2022-08-22T23:58:18Z</dcterms:created>
  <dcterms:modified xsi:type="dcterms:W3CDTF">2025-08-11T21:07:36Z</dcterms:modified>
</cp:coreProperties>
</file>